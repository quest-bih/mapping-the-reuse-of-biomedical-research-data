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256" r:id="rId3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3FF81"/>
    <a:srgbClr val="D9FFDD"/>
    <a:srgbClr val="B7FFAB"/>
    <a:srgbClr val="D8F6E3"/>
    <a:srgbClr val="2CFF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50" d="100"/>
          <a:sy n="150" d="100"/>
        </p:scale>
        <p:origin x="816" y="-17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15.10.2025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3697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15.10.2025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5892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15.10.2025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7564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15.10.2025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888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15.10.2025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80727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15.10.2025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4181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15.10.2025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25564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15.10.2025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6129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15.10.2025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2109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15.10.2025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6822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15.10.2025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7925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D14EEA-DE26-4810-8E05-A65F0010FADE}" type="datetimeFigureOut">
              <a:rPr lang="de-DE" smtClean="0"/>
              <a:t>15.10.2025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9960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F1A589E-DD35-441D-ABDA-37D4F20F0379}"/>
              </a:ext>
            </a:extLst>
          </p:cNvPr>
          <p:cNvSpPr/>
          <p:nvPr/>
        </p:nvSpPr>
        <p:spPr>
          <a:xfrm>
            <a:off x="3464482" y="3739545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1952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15322F6-77E8-48C4-B056-50F80F699609}"/>
              </a:ext>
            </a:extLst>
          </p:cNvPr>
          <p:cNvSpPr/>
          <p:nvPr/>
        </p:nvSpPr>
        <p:spPr>
          <a:xfrm>
            <a:off x="3464482" y="4659776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86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5F9B437-0D9F-43EC-AE11-4D38AB16DEF0}"/>
              </a:ext>
            </a:extLst>
          </p:cNvPr>
          <p:cNvSpPr/>
          <p:nvPr/>
        </p:nvSpPr>
        <p:spPr>
          <a:xfrm>
            <a:off x="3464499" y="6216280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673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C13C7B-2E0E-4FF4-AB33-135574BA2A7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3888208" y="4091192"/>
            <a:ext cx="0" cy="56858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518AA32-5E69-499A-A2CB-589D567F8FD8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3888208" y="5011423"/>
            <a:ext cx="17" cy="120485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395B561F-3DB8-42CB-9CBC-038948D310CA}"/>
              </a:ext>
            </a:extLst>
          </p:cNvPr>
          <p:cNvSpPr/>
          <p:nvPr/>
        </p:nvSpPr>
        <p:spPr>
          <a:xfrm>
            <a:off x="4308118" y="3776868"/>
            <a:ext cx="248665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Restricted / Full-Access Datasets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272B207-7A8B-4402-9F52-285DC1B0BBA2}"/>
              </a:ext>
            </a:extLst>
          </p:cNvPr>
          <p:cNvSpPr/>
          <p:nvPr/>
        </p:nvSpPr>
        <p:spPr>
          <a:xfrm>
            <a:off x="4271005" y="4697099"/>
            <a:ext cx="212694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Detected Datasets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19C2CA-81E4-44C0-8AA4-173BAF7F34BD}"/>
              </a:ext>
            </a:extLst>
          </p:cNvPr>
          <p:cNvSpPr/>
          <p:nvPr/>
        </p:nvSpPr>
        <p:spPr>
          <a:xfrm>
            <a:off x="4311934" y="6253603"/>
            <a:ext cx="212694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Mentions of Datasets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7BA3527-87EC-4319-9AE6-9AF455FE0676}"/>
              </a:ext>
            </a:extLst>
          </p:cNvPr>
          <p:cNvSpPr/>
          <p:nvPr/>
        </p:nvSpPr>
        <p:spPr>
          <a:xfrm>
            <a:off x="1781846" y="4659776"/>
            <a:ext cx="815263" cy="351647"/>
          </a:xfrm>
          <a:prstGeom prst="roundRect">
            <a:avLst/>
          </a:prstGeom>
          <a:gradFill flip="none" rotWithShape="1">
            <a:gsLst>
              <a:gs pos="84000">
                <a:schemeClr val="accent1">
                  <a:lumMod val="20000"/>
                  <a:lumOff val="80000"/>
                </a:schemeClr>
              </a:gs>
              <a:gs pos="68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90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8B34D7AD-5FA7-4F4B-A347-F882B053B048}"/>
              </a:ext>
            </a:extLst>
          </p:cNvPr>
          <p:cNvSpPr/>
          <p:nvPr/>
        </p:nvSpPr>
        <p:spPr>
          <a:xfrm>
            <a:off x="1781863" y="6216280"/>
            <a:ext cx="815263" cy="351647"/>
          </a:xfrm>
          <a:prstGeom prst="roundRect">
            <a:avLst/>
          </a:prstGeom>
          <a:gradFill flip="none" rotWithShape="1">
            <a:gsLst>
              <a:gs pos="84000">
                <a:schemeClr val="accent1">
                  <a:lumMod val="20000"/>
                  <a:lumOff val="80000"/>
                </a:schemeClr>
              </a:gs>
              <a:gs pos="68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825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6692EBCE-E7C8-498F-9B66-D28428C38FE7}"/>
              </a:ext>
            </a:extLst>
          </p:cNvPr>
          <p:cNvSpPr/>
          <p:nvPr/>
        </p:nvSpPr>
        <p:spPr>
          <a:xfrm>
            <a:off x="2623173" y="7096680"/>
            <a:ext cx="815263" cy="351647"/>
          </a:xfrm>
          <a:prstGeom prst="roundRect">
            <a:avLst/>
          </a:prstGeom>
          <a:gradFill flip="none" rotWithShape="1">
            <a:gsLst>
              <a:gs pos="84000">
                <a:srgbClr val="D8F6E3"/>
              </a:gs>
              <a:gs pos="65000">
                <a:srgbClr val="93FF81"/>
              </a:gs>
              <a:gs pos="100000">
                <a:srgbClr val="D9FFDD"/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1498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4A59E55-1123-41CF-9FF3-F2082F8B3C5D}"/>
              </a:ext>
            </a:extLst>
          </p:cNvPr>
          <p:cNvCxnSpPr>
            <a:cxnSpLocks/>
            <a:stCxn id="37" idx="2"/>
            <a:endCxn id="38" idx="0"/>
          </p:cNvCxnSpPr>
          <p:nvPr/>
        </p:nvCxnSpPr>
        <p:spPr>
          <a:xfrm>
            <a:off x="2189478" y="5011423"/>
            <a:ext cx="17" cy="120485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C8CB980-D4CC-4B64-97C7-0DACD7E52C16}"/>
              </a:ext>
            </a:extLst>
          </p:cNvPr>
          <p:cNvCxnSpPr>
            <a:cxnSpLocks/>
            <a:stCxn id="38" idx="2"/>
            <a:endCxn id="39" idx="0"/>
          </p:cNvCxnSpPr>
          <p:nvPr/>
        </p:nvCxnSpPr>
        <p:spPr>
          <a:xfrm>
            <a:off x="2189495" y="6567927"/>
            <a:ext cx="841310" cy="52875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08F44C1-0995-4A8F-963E-9EB3E96DF2E1}"/>
              </a:ext>
            </a:extLst>
          </p:cNvPr>
          <p:cNvCxnSpPr>
            <a:cxnSpLocks/>
            <a:stCxn id="11" idx="1"/>
            <a:endCxn id="37" idx="3"/>
          </p:cNvCxnSpPr>
          <p:nvPr/>
        </p:nvCxnSpPr>
        <p:spPr>
          <a:xfrm flipH="1">
            <a:off x="2597109" y="4835600"/>
            <a:ext cx="867373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26500A19-34AF-481D-90E9-7A15CD95C98D}"/>
              </a:ext>
            </a:extLst>
          </p:cNvPr>
          <p:cNvSpPr/>
          <p:nvPr/>
        </p:nvSpPr>
        <p:spPr>
          <a:xfrm>
            <a:off x="346206" y="4620156"/>
            <a:ext cx="1409585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Detected Datasets</a:t>
            </a:r>
          </a:p>
          <a:p>
            <a:pPr algn="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(DataStet &amp; Added)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D7A0D1F-7F9E-42B5-9084-1E0CD2E1F859}"/>
              </a:ext>
            </a:extLst>
          </p:cNvPr>
          <p:cNvSpPr/>
          <p:nvPr/>
        </p:nvSpPr>
        <p:spPr>
          <a:xfrm>
            <a:off x="229128" y="6168964"/>
            <a:ext cx="1526663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Mentions of Datasets</a:t>
            </a:r>
          </a:p>
          <a:p>
            <a:pPr algn="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(DataStet &amp; Added)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FBE4FCF-8599-453D-ACF1-7A4330EE1F2C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3030805" y="6567927"/>
            <a:ext cx="857420" cy="52875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668D4145-09E9-49E0-ADC6-0FAF2836A917}"/>
              </a:ext>
            </a:extLst>
          </p:cNvPr>
          <p:cNvSpPr/>
          <p:nvPr/>
        </p:nvSpPr>
        <p:spPr>
          <a:xfrm>
            <a:off x="2318369" y="7448327"/>
            <a:ext cx="1476961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Mentions of Charité Datasets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3E768A55-B162-4D7D-A14C-B7D7AA6EA4FB}"/>
              </a:ext>
            </a:extLst>
          </p:cNvPr>
          <p:cNvSpPr/>
          <p:nvPr/>
        </p:nvSpPr>
        <p:spPr>
          <a:xfrm>
            <a:off x="3464482" y="2805223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2075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46E5E13-378B-484F-A381-094CCFBA2949}"/>
              </a:ext>
            </a:extLst>
          </p:cNvPr>
          <p:cNvCxnSpPr>
            <a:cxnSpLocks/>
            <a:stCxn id="66" idx="2"/>
            <a:endCxn id="9" idx="0"/>
          </p:cNvCxnSpPr>
          <p:nvPr/>
        </p:nvCxnSpPr>
        <p:spPr>
          <a:xfrm>
            <a:off x="3888208" y="3156870"/>
            <a:ext cx="0" cy="58267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93AD1DEF-5289-457F-B458-79BF20D3C8FF}"/>
              </a:ext>
            </a:extLst>
          </p:cNvPr>
          <p:cNvSpPr/>
          <p:nvPr/>
        </p:nvSpPr>
        <p:spPr>
          <a:xfrm>
            <a:off x="4308118" y="2842546"/>
            <a:ext cx="137257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Charité Datasets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114DA72-2DDC-49FF-88D2-5DA57C7BF46C}"/>
              </a:ext>
            </a:extLst>
          </p:cNvPr>
          <p:cNvSpPr/>
          <p:nvPr/>
        </p:nvSpPr>
        <p:spPr>
          <a:xfrm>
            <a:off x="2649219" y="5459906"/>
            <a:ext cx="815263" cy="351647"/>
          </a:xfrm>
          <a:prstGeom prst="roundRect">
            <a:avLst/>
          </a:prstGeom>
          <a:gradFill flip="none" rotWithShape="1">
            <a:gsLst>
              <a:gs pos="84000">
                <a:srgbClr val="D8F6E3"/>
              </a:gs>
              <a:gs pos="65000">
                <a:srgbClr val="93FF81"/>
              </a:gs>
              <a:gs pos="100000">
                <a:srgbClr val="D9FFDD"/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176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DEBAAEA7-28FC-4C4C-85C6-F295E82C619C}"/>
              </a:ext>
            </a:extLst>
          </p:cNvPr>
          <p:cNvCxnSpPr>
            <a:cxnSpLocks/>
            <a:endCxn id="80" idx="0"/>
          </p:cNvCxnSpPr>
          <p:nvPr/>
        </p:nvCxnSpPr>
        <p:spPr>
          <a:xfrm>
            <a:off x="2189495" y="5023080"/>
            <a:ext cx="867356" cy="43682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FAE4691-A331-4DBF-B116-0C1888F2171E}"/>
              </a:ext>
            </a:extLst>
          </p:cNvPr>
          <p:cNvCxnSpPr>
            <a:cxnSpLocks/>
            <a:endCxn id="80" idx="0"/>
          </p:cNvCxnSpPr>
          <p:nvPr/>
        </p:nvCxnSpPr>
        <p:spPr>
          <a:xfrm flipH="1">
            <a:off x="3056851" y="5023080"/>
            <a:ext cx="831374" cy="43682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B2BD9BD0-063F-41F0-AF7A-83DA5949A806}"/>
              </a:ext>
            </a:extLst>
          </p:cNvPr>
          <p:cNvSpPr/>
          <p:nvPr/>
        </p:nvSpPr>
        <p:spPr>
          <a:xfrm>
            <a:off x="2213049" y="5809625"/>
            <a:ext cx="1675112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Detected Charité Datasets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02124E0-F757-48A6-A940-07EAF3578E3C}"/>
              </a:ext>
            </a:extLst>
          </p:cNvPr>
          <p:cNvSpPr/>
          <p:nvPr/>
        </p:nvSpPr>
        <p:spPr>
          <a:xfrm>
            <a:off x="2799386" y="4642761"/>
            <a:ext cx="4628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(62)</a:t>
            </a:r>
            <a:endParaRPr lang="de-DE" sz="10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E036A8D5-381A-49F8-A9E1-4091609F5EF9}"/>
              </a:ext>
            </a:extLst>
          </p:cNvPr>
          <p:cNvSpPr/>
          <p:nvPr/>
        </p:nvSpPr>
        <p:spPr>
          <a:xfrm>
            <a:off x="3460666" y="1868520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1589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C4022197-50F9-4E7D-93EC-E8857B9CE880}"/>
              </a:ext>
            </a:extLst>
          </p:cNvPr>
          <p:cNvCxnSpPr>
            <a:cxnSpLocks/>
            <a:stCxn id="89" idx="2"/>
            <a:endCxn id="66" idx="0"/>
          </p:cNvCxnSpPr>
          <p:nvPr/>
        </p:nvCxnSpPr>
        <p:spPr>
          <a:xfrm>
            <a:off x="3884392" y="2220167"/>
            <a:ext cx="3816" cy="58505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ectangle 90">
            <a:extLst>
              <a:ext uri="{FF2B5EF4-FFF2-40B4-BE49-F238E27FC236}">
                <a16:creationId xmlns:a16="http://schemas.microsoft.com/office/drawing/2014/main" id="{05DFAD21-E790-4E44-A833-74531D5D852B}"/>
              </a:ext>
            </a:extLst>
          </p:cNvPr>
          <p:cNvSpPr/>
          <p:nvPr/>
        </p:nvSpPr>
        <p:spPr>
          <a:xfrm>
            <a:off x="4304302" y="1905843"/>
            <a:ext cx="137257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Charité Papers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0736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445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47</Words>
  <Application>Microsoft Office PowerPoint</Application>
  <PresentationFormat>Widescreen</PresentationFormat>
  <Paragraphs>21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Cohen, Avihay</dc:creator>
  <cp:lastModifiedBy>Cohen, Avihay</cp:lastModifiedBy>
  <cp:revision>9</cp:revision>
  <dcterms:created xsi:type="dcterms:W3CDTF">2025-10-15T05:19:59Z</dcterms:created>
  <dcterms:modified xsi:type="dcterms:W3CDTF">2025-10-15T06:34:09Z</dcterms:modified>
</cp:coreProperties>
</file>