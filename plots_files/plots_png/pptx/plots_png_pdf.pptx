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6" r:id="rId1"/>
  </p:sldMasterIdLst>
  <p:sldIdLst>
    <p:sldId id="260" r:id="rId2"/>
  </p:sldIdLst>
  <p:sldSz cx="6400800" cy="77724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448" userDrawn="1">
          <p15:clr>
            <a:srgbClr val="A4A3A4"/>
          </p15:clr>
        </p15:guide>
        <p15:guide id="2" pos="201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5D4FF"/>
    <a:srgbClr val="93FF81"/>
    <a:srgbClr val="D9FFDD"/>
    <a:srgbClr val="B7FFAB"/>
    <a:srgbClr val="D8F6E3"/>
    <a:srgbClr val="2CFF0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98" d="100"/>
          <a:sy n="98" d="100"/>
        </p:scale>
        <p:origin x="2802" y="84"/>
      </p:cViewPr>
      <p:guideLst>
        <p:guide orient="horz" pos="2448"/>
        <p:guide pos="2016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80060" y="1272011"/>
            <a:ext cx="5440680" cy="2705947"/>
          </a:xfrm>
        </p:spPr>
        <p:txBody>
          <a:bodyPr anchor="b"/>
          <a:lstStyle>
            <a:lvl1pPr algn="ctr"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00100" y="4082310"/>
            <a:ext cx="4800600" cy="1876530"/>
          </a:xfrm>
        </p:spPr>
        <p:txBody>
          <a:bodyPr/>
          <a:lstStyle>
            <a:lvl1pPr marL="0" indent="0" algn="ctr">
              <a:buNone/>
              <a:defRPr sz="1680"/>
            </a:lvl1pPr>
            <a:lvl2pPr marL="320040" indent="0" algn="ctr">
              <a:buNone/>
              <a:defRPr sz="1400"/>
            </a:lvl2pPr>
            <a:lvl3pPr marL="640080" indent="0" algn="ctr">
              <a:buNone/>
              <a:defRPr sz="1260"/>
            </a:lvl3pPr>
            <a:lvl4pPr marL="960120" indent="0" algn="ctr">
              <a:buNone/>
              <a:defRPr sz="1120"/>
            </a:lvl4pPr>
            <a:lvl5pPr marL="1280160" indent="0" algn="ctr">
              <a:buNone/>
              <a:defRPr sz="1120"/>
            </a:lvl5pPr>
            <a:lvl6pPr marL="1600200" indent="0" algn="ctr">
              <a:buNone/>
              <a:defRPr sz="1120"/>
            </a:lvl6pPr>
            <a:lvl7pPr marL="1920240" indent="0" algn="ctr">
              <a:buNone/>
              <a:defRPr sz="1120"/>
            </a:lvl7pPr>
            <a:lvl8pPr marL="2240280" indent="0" algn="ctr">
              <a:buNone/>
              <a:defRPr sz="1120"/>
            </a:lvl8pPr>
            <a:lvl9pPr marL="2560320" indent="0" algn="ctr">
              <a:buNone/>
              <a:defRPr sz="112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D14EEA-DE26-4810-8E05-A65F0010FADE}" type="datetimeFigureOut">
              <a:rPr lang="de-DE" smtClean="0"/>
              <a:t>02.09.2026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C63985-1799-466C-BA1D-1A321B4EA686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711734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D14EEA-DE26-4810-8E05-A65F0010FADE}" type="datetimeFigureOut">
              <a:rPr lang="de-DE" smtClean="0"/>
              <a:t>02.09.2026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C63985-1799-466C-BA1D-1A321B4EA686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805007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6722" y="1937705"/>
            <a:ext cx="5520690" cy="3233102"/>
          </a:xfrm>
        </p:spPr>
        <p:txBody>
          <a:bodyPr anchor="b"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36722" y="5201393"/>
            <a:ext cx="5520690" cy="1700212"/>
          </a:xfrm>
        </p:spPr>
        <p:txBody>
          <a:bodyPr/>
          <a:lstStyle>
            <a:lvl1pPr marL="0" indent="0">
              <a:buNone/>
              <a:defRPr sz="1680">
                <a:solidFill>
                  <a:schemeClr val="tx1"/>
                </a:solidFill>
              </a:defRPr>
            </a:lvl1pPr>
            <a:lvl2pPr marL="32004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2pPr>
            <a:lvl3pPr marL="640080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3pPr>
            <a:lvl4pPr marL="960120" indent="0">
              <a:buNone/>
              <a:defRPr sz="1120">
                <a:solidFill>
                  <a:schemeClr val="tx1">
                    <a:tint val="75000"/>
                  </a:schemeClr>
                </a:solidFill>
              </a:defRPr>
            </a:lvl4pPr>
            <a:lvl5pPr marL="1280160" indent="0">
              <a:buNone/>
              <a:defRPr sz="1120">
                <a:solidFill>
                  <a:schemeClr val="tx1">
                    <a:tint val="75000"/>
                  </a:schemeClr>
                </a:solidFill>
              </a:defRPr>
            </a:lvl5pPr>
            <a:lvl6pPr marL="1600200" indent="0">
              <a:buNone/>
              <a:defRPr sz="1120">
                <a:solidFill>
                  <a:schemeClr val="tx1">
                    <a:tint val="75000"/>
                  </a:schemeClr>
                </a:solidFill>
              </a:defRPr>
            </a:lvl6pPr>
            <a:lvl7pPr marL="1920240" indent="0">
              <a:buNone/>
              <a:defRPr sz="1120">
                <a:solidFill>
                  <a:schemeClr val="tx1">
                    <a:tint val="75000"/>
                  </a:schemeClr>
                </a:solidFill>
              </a:defRPr>
            </a:lvl7pPr>
            <a:lvl8pPr marL="2240280" indent="0">
              <a:buNone/>
              <a:defRPr sz="1120">
                <a:solidFill>
                  <a:schemeClr val="tx1">
                    <a:tint val="75000"/>
                  </a:schemeClr>
                </a:solidFill>
              </a:defRPr>
            </a:lvl8pPr>
            <a:lvl9pPr marL="2560320" indent="0">
              <a:buNone/>
              <a:defRPr sz="112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D14EEA-DE26-4810-8E05-A65F0010FADE}" type="datetimeFigureOut">
              <a:rPr lang="de-DE" smtClean="0"/>
              <a:t>02.09.2026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C63985-1799-466C-BA1D-1A321B4EA686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099915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40055" y="2069042"/>
            <a:ext cx="2720340" cy="49315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240405" y="2069042"/>
            <a:ext cx="2720340" cy="49315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D14EEA-DE26-4810-8E05-A65F0010FADE}" type="datetimeFigureOut">
              <a:rPr lang="de-DE" smtClean="0"/>
              <a:t>02.09.2026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C63985-1799-466C-BA1D-1A321B4EA686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928334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0889" y="413810"/>
            <a:ext cx="5520690" cy="1502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40889" y="1905318"/>
            <a:ext cx="2707838" cy="933767"/>
          </a:xfrm>
        </p:spPr>
        <p:txBody>
          <a:bodyPr anchor="b"/>
          <a:lstStyle>
            <a:lvl1pPr marL="0" indent="0">
              <a:buNone/>
              <a:defRPr sz="1680" b="1"/>
            </a:lvl1pPr>
            <a:lvl2pPr marL="320040" indent="0">
              <a:buNone/>
              <a:defRPr sz="1400" b="1"/>
            </a:lvl2pPr>
            <a:lvl3pPr marL="640080" indent="0">
              <a:buNone/>
              <a:defRPr sz="1260" b="1"/>
            </a:lvl3pPr>
            <a:lvl4pPr marL="960120" indent="0">
              <a:buNone/>
              <a:defRPr sz="1120" b="1"/>
            </a:lvl4pPr>
            <a:lvl5pPr marL="1280160" indent="0">
              <a:buNone/>
              <a:defRPr sz="1120" b="1"/>
            </a:lvl5pPr>
            <a:lvl6pPr marL="1600200" indent="0">
              <a:buNone/>
              <a:defRPr sz="1120" b="1"/>
            </a:lvl6pPr>
            <a:lvl7pPr marL="1920240" indent="0">
              <a:buNone/>
              <a:defRPr sz="1120" b="1"/>
            </a:lvl7pPr>
            <a:lvl8pPr marL="2240280" indent="0">
              <a:buNone/>
              <a:defRPr sz="1120" b="1"/>
            </a:lvl8pPr>
            <a:lvl9pPr marL="2560320" indent="0">
              <a:buNone/>
              <a:defRPr sz="11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0889" y="2839085"/>
            <a:ext cx="2707838" cy="41758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240405" y="1905318"/>
            <a:ext cx="2721174" cy="933767"/>
          </a:xfrm>
        </p:spPr>
        <p:txBody>
          <a:bodyPr anchor="b"/>
          <a:lstStyle>
            <a:lvl1pPr marL="0" indent="0">
              <a:buNone/>
              <a:defRPr sz="1680" b="1"/>
            </a:lvl1pPr>
            <a:lvl2pPr marL="320040" indent="0">
              <a:buNone/>
              <a:defRPr sz="1400" b="1"/>
            </a:lvl2pPr>
            <a:lvl3pPr marL="640080" indent="0">
              <a:buNone/>
              <a:defRPr sz="1260" b="1"/>
            </a:lvl3pPr>
            <a:lvl4pPr marL="960120" indent="0">
              <a:buNone/>
              <a:defRPr sz="1120" b="1"/>
            </a:lvl4pPr>
            <a:lvl5pPr marL="1280160" indent="0">
              <a:buNone/>
              <a:defRPr sz="1120" b="1"/>
            </a:lvl5pPr>
            <a:lvl6pPr marL="1600200" indent="0">
              <a:buNone/>
              <a:defRPr sz="1120" b="1"/>
            </a:lvl6pPr>
            <a:lvl7pPr marL="1920240" indent="0">
              <a:buNone/>
              <a:defRPr sz="1120" b="1"/>
            </a:lvl7pPr>
            <a:lvl8pPr marL="2240280" indent="0">
              <a:buNone/>
              <a:defRPr sz="1120" b="1"/>
            </a:lvl8pPr>
            <a:lvl9pPr marL="2560320" indent="0">
              <a:buNone/>
              <a:defRPr sz="11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240405" y="2839085"/>
            <a:ext cx="2721174" cy="41758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D14EEA-DE26-4810-8E05-A65F0010FADE}" type="datetimeFigureOut">
              <a:rPr lang="de-DE" smtClean="0"/>
              <a:t>02.09.2026</a:t>
            </a:fld>
            <a:endParaRPr lang="de-D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C63985-1799-466C-BA1D-1A321B4EA686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235906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D14EEA-DE26-4810-8E05-A65F0010FADE}" type="datetimeFigureOut">
              <a:rPr lang="de-DE" smtClean="0"/>
              <a:t>02.09.2026</a:t>
            </a:fld>
            <a:endParaRPr lang="de-D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C63985-1799-466C-BA1D-1A321B4EA686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558920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D14EEA-DE26-4810-8E05-A65F0010FADE}" type="datetimeFigureOut">
              <a:rPr lang="de-DE" smtClean="0"/>
              <a:t>02.09.2026</a:t>
            </a:fld>
            <a:endParaRPr lang="de-D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C63985-1799-466C-BA1D-1A321B4EA686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86153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0889" y="518160"/>
            <a:ext cx="2064425" cy="1813560"/>
          </a:xfrm>
        </p:spPr>
        <p:txBody>
          <a:bodyPr anchor="b"/>
          <a:lstStyle>
            <a:lvl1pPr>
              <a:defRPr sz="224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721174" y="1119083"/>
            <a:ext cx="3240405" cy="5523442"/>
          </a:xfrm>
        </p:spPr>
        <p:txBody>
          <a:bodyPr/>
          <a:lstStyle>
            <a:lvl1pPr>
              <a:defRPr sz="2240"/>
            </a:lvl1pPr>
            <a:lvl2pPr>
              <a:defRPr sz="1960"/>
            </a:lvl2pPr>
            <a:lvl3pPr>
              <a:defRPr sz="168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40889" y="2331720"/>
            <a:ext cx="2064425" cy="4319800"/>
          </a:xfrm>
        </p:spPr>
        <p:txBody>
          <a:bodyPr/>
          <a:lstStyle>
            <a:lvl1pPr marL="0" indent="0">
              <a:buNone/>
              <a:defRPr sz="1120"/>
            </a:lvl1pPr>
            <a:lvl2pPr marL="320040" indent="0">
              <a:buNone/>
              <a:defRPr sz="980"/>
            </a:lvl2pPr>
            <a:lvl3pPr marL="640080" indent="0">
              <a:buNone/>
              <a:defRPr sz="840"/>
            </a:lvl3pPr>
            <a:lvl4pPr marL="960120" indent="0">
              <a:buNone/>
              <a:defRPr sz="700"/>
            </a:lvl4pPr>
            <a:lvl5pPr marL="1280160" indent="0">
              <a:buNone/>
              <a:defRPr sz="700"/>
            </a:lvl5pPr>
            <a:lvl6pPr marL="1600200" indent="0">
              <a:buNone/>
              <a:defRPr sz="700"/>
            </a:lvl6pPr>
            <a:lvl7pPr marL="1920240" indent="0">
              <a:buNone/>
              <a:defRPr sz="700"/>
            </a:lvl7pPr>
            <a:lvl8pPr marL="2240280" indent="0">
              <a:buNone/>
              <a:defRPr sz="700"/>
            </a:lvl8pPr>
            <a:lvl9pPr marL="2560320" indent="0">
              <a:buNone/>
              <a:defRPr sz="7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D14EEA-DE26-4810-8E05-A65F0010FADE}" type="datetimeFigureOut">
              <a:rPr lang="de-DE" smtClean="0"/>
              <a:t>02.09.2026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C63985-1799-466C-BA1D-1A321B4EA686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778772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0889" y="518160"/>
            <a:ext cx="2064425" cy="1813560"/>
          </a:xfrm>
        </p:spPr>
        <p:txBody>
          <a:bodyPr anchor="b"/>
          <a:lstStyle>
            <a:lvl1pPr>
              <a:defRPr sz="224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721174" y="1119083"/>
            <a:ext cx="3240405" cy="5523442"/>
          </a:xfrm>
        </p:spPr>
        <p:txBody>
          <a:bodyPr anchor="t"/>
          <a:lstStyle>
            <a:lvl1pPr marL="0" indent="0">
              <a:buNone/>
              <a:defRPr sz="2240"/>
            </a:lvl1pPr>
            <a:lvl2pPr marL="320040" indent="0">
              <a:buNone/>
              <a:defRPr sz="1960"/>
            </a:lvl2pPr>
            <a:lvl3pPr marL="640080" indent="0">
              <a:buNone/>
              <a:defRPr sz="1680"/>
            </a:lvl3pPr>
            <a:lvl4pPr marL="960120" indent="0">
              <a:buNone/>
              <a:defRPr sz="1400"/>
            </a:lvl4pPr>
            <a:lvl5pPr marL="1280160" indent="0">
              <a:buNone/>
              <a:defRPr sz="1400"/>
            </a:lvl5pPr>
            <a:lvl6pPr marL="1600200" indent="0">
              <a:buNone/>
              <a:defRPr sz="1400"/>
            </a:lvl6pPr>
            <a:lvl7pPr marL="1920240" indent="0">
              <a:buNone/>
              <a:defRPr sz="1400"/>
            </a:lvl7pPr>
            <a:lvl8pPr marL="2240280" indent="0">
              <a:buNone/>
              <a:defRPr sz="1400"/>
            </a:lvl8pPr>
            <a:lvl9pPr marL="2560320" indent="0">
              <a:buNone/>
              <a:defRPr sz="14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40889" y="2331720"/>
            <a:ext cx="2064425" cy="4319800"/>
          </a:xfrm>
        </p:spPr>
        <p:txBody>
          <a:bodyPr/>
          <a:lstStyle>
            <a:lvl1pPr marL="0" indent="0">
              <a:buNone/>
              <a:defRPr sz="1120"/>
            </a:lvl1pPr>
            <a:lvl2pPr marL="320040" indent="0">
              <a:buNone/>
              <a:defRPr sz="980"/>
            </a:lvl2pPr>
            <a:lvl3pPr marL="640080" indent="0">
              <a:buNone/>
              <a:defRPr sz="840"/>
            </a:lvl3pPr>
            <a:lvl4pPr marL="960120" indent="0">
              <a:buNone/>
              <a:defRPr sz="700"/>
            </a:lvl4pPr>
            <a:lvl5pPr marL="1280160" indent="0">
              <a:buNone/>
              <a:defRPr sz="700"/>
            </a:lvl5pPr>
            <a:lvl6pPr marL="1600200" indent="0">
              <a:buNone/>
              <a:defRPr sz="700"/>
            </a:lvl6pPr>
            <a:lvl7pPr marL="1920240" indent="0">
              <a:buNone/>
              <a:defRPr sz="700"/>
            </a:lvl7pPr>
            <a:lvl8pPr marL="2240280" indent="0">
              <a:buNone/>
              <a:defRPr sz="700"/>
            </a:lvl8pPr>
            <a:lvl9pPr marL="2560320" indent="0">
              <a:buNone/>
              <a:defRPr sz="7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D14EEA-DE26-4810-8E05-A65F0010FADE}" type="datetimeFigureOut">
              <a:rPr lang="de-DE" smtClean="0"/>
              <a:t>02.09.2026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C63985-1799-466C-BA1D-1A321B4EA686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902584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D14EEA-DE26-4810-8E05-A65F0010FADE}" type="datetimeFigureOut">
              <a:rPr lang="de-DE" smtClean="0"/>
              <a:t>02.09.2026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C63985-1799-466C-BA1D-1A321B4EA686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219294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580573" y="413808"/>
            <a:ext cx="1380173" cy="658675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40055" y="413808"/>
            <a:ext cx="4060508" cy="65867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D14EEA-DE26-4810-8E05-A65F0010FADE}" type="datetimeFigureOut">
              <a:rPr lang="de-DE" smtClean="0"/>
              <a:t>02.09.2026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C63985-1799-466C-BA1D-1A321B4EA686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955579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40055" y="413810"/>
            <a:ext cx="5520690" cy="150230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40055" y="2069042"/>
            <a:ext cx="5520690" cy="49315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40055" y="7203865"/>
            <a:ext cx="1440180" cy="4138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D14EEA-DE26-4810-8E05-A65F0010FADE}" type="datetimeFigureOut">
              <a:rPr lang="de-DE" smtClean="0"/>
              <a:t>02.09.2026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120265" y="7203865"/>
            <a:ext cx="2160270" cy="4138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520565" y="7203865"/>
            <a:ext cx="1440180" cy="4138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C63985-1799-466C-BA1D-1A321B4EA686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436664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640080" rtl="0" eaLnBrk="1" latinLnBrk="0" hangingPunct="1">
        <a:lnSpc>
          <a:spcPct val="90000"/>
        </a:lnSpc>
        <a:spcBef>
          <a:spcPct val="0"/>
        </a:spcBef>
        <a:buNone/>
        <a:defRPr sz="308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60020" indent="-160020" algn="l" defTabSz="64008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1960" kern="1200">
          <a:solidFill>
            <a:schemeClr val="tx1"/>
          </a:solidFill>
          <a:latin typeface="+mn-lt"/>
          <a:ea typeface="+mn-ea"/>
          <a:cs typeface="+mn-cs"/>
        </a:defRPr>
      </a:lvl1pPr>
      <a:lvl2pPr marL="480060" indent="-160020" algn="l" defTabSz="640080" rtl="0" eaLnBrk="1" latinLnBrk="0" hangingPunct="1">
        <a:lnSpc>
          <a:spcPct val="90000"/>
        </a:lnSpc>
        <a:spcBef>
          <a:spcPts val="350"/>
        </a:spcBef>
        <a:buFont typeface="Arial" panose="020B0604020202020204" pitchFamily="34" charset="0"/>
        <a:buChar char="•"/>
        <a:defRPr sz="1680" kern="1200">
          <a:solidFill>
            <a:schemeClr val="tx1"/>
          </a:solidFill>
          <a:latin typeface="+mn-lt"/>
          <a:ea typeface="+mn-ea"/>
          <a:cs typeface="+mn-cs"/>
        </a:defRPr>
      </a:lvl2pPr>
      <a:lvl3pPr marL="800100" indent="-160020" algn="l" defTabSz="640080" rtl="0" eaLnBrk="1" latinLnBrk="0" hangingPunct="1">
        <a:lnSpc>
          <a:spcPct val="90000"/>
        </a:lnSpc>
        <a:spcBef>
          <a:spcPts val="35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120140" indent="-160020" algn="l" defTabSz="640080" rtl="0" eaLnBrk="1" latinLnBrk="0" hangingPunct="1">
        <a:lnSpc>
          <a:spcPct val="90000"/>
        </a:lnSpc>
        <a:spcBef>
          <a:spcPts val="350"/>
        </a:spcBef>
        <a:buFont typeface="Arial" panose="020B0604020202020204" pitchFamily="34" charset="0"/>
        <a:buChar char="•"/>
        <a:defRPr sz="1260" kern="1200">
          <a:solidFill>
            <a:schemeClr val="tx1"/>
          </a:solidFill>
          <a:latin typeface="+mn-lt"/>
          <a:ea typeface="+mn-ea"/>
          <a:cs typeface="+mn-cs"/>
        </a:defRPr>
      </a:lvl4pPr>
      <a:lvl5pPr marL="1440180" indent="-160020" algn="l" defTabSz="640080" rtl="0" eaLnBrk="1" latinLnBrk="0" hangingPunct="1">
        <a:lnSpc>
          <a:spcPct val="90000"/>
        </a:lnSpc>
        <a:spcBef>
          <a:spcPts val="350"/>
        </a:spcBef>
        <a:buFont typeface="Arial" panose="020B0604020202020204" pitchFamily="34" charset="0"/>
        <a:buChar char="•"/>
        <a:defRPr sz="1260" kern="1200">
          <a:solidFill>
            <a:schemeClr val="tx1"/>
          </a:solidFill>
          <a:latin typeface="+mn-lt"/>
          <a:ea typeface="+mn-ea"/>
          <a:cs typeface="+mn-cs"/>
        </a:defRPr>
      </a:lvl5pPr>
      <a:lvl6pPr marL="1760220" indent="-160020" algn="l" defTabSz="640080" rtl="0" eaLnBrk="1" latinLnBrk="0" hangingPunct="1">
        <a:lnSpc>
          <a:spcPct val="90000"/>
        </a:lnSpc>
        <a:spcBef>
          <a:spcPts val="350"/>
        </a:spcBef>
        <a:buFont typeface="Arial" panose="020B0604020202020204" pitchFamily="34" charset="0"/>
        <a:buChar char="•"/>
        <a:defRPr sz="1260" kern="1200">
          <a:solidFill>
            <a:schemeClr val="tx1"/>
          </a:solidFill>
          <a:latin typeface="+mn-lt"/>
          <a:ea typeface="+mn-ea"/>
          <a:cs typeface="+mn-cs"/>
        </a:defRPr>
      </a:lvl6pPr>
      <a:lvl7pPr marL="2080260" indent="-160020" algn="l" defTabSz="640080" rtl="0" eaLnBrk="1" latinLnBrk="0" hangingPunct="1">
        <a:lnSpc>
          <a:spcPct val="90000"/>
        </a:lnSpc>
        <a:spcBef>
          <a:spcPts val="350"/>
        </a:spcBef>
        <a:buFont typeface="Arial" panose="020B0604020202020204" pitchFamily="34" charset="0"/>
        <a:buChar char="•"/>
        <a:defRPr sz="126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indent="-160020" algn="l" defTabSz="640080" rtl="0" eaLnBrk="1" latinLnBrk="0" hangingPunct="1">
        <a:lnSpc>
          <a:spcPct val="90000"/>
        </a:lnSpc>
        <a:spcBef>
          <a:spcPts val="350"/>
        </a:spcBef>
        <a:buFont typeface="Arial" panose="020B0604020202020204" pitchFamily="34" charset="0"/>
        <a:buChar char="•"/>
        <a:defRPr sz="1260" kern="1200">
          <a:solidFill>
            <a:schemeClr val="tx1"/>
          </a:solidFill>
          <a:latin typeface="+mn-lt"/>
          <a:ea typeface="+mn-ea"/>
          <a:cs typeface="+mn-cs"/>
        </a:defRPr>
      </a:lvl8pPr>
      <a:lvl9pPr marL="2720340" indent="-160020" algn="l" defTabSz="640080" rtl="0" eaLnBrk="1" latinLnBrk="0" hangingPunct="1">
        <a:lnSpc>
          <a:spcPct val="90000"/>
        </a:lnSpc>
        <a:spcBef>
          <a:spcPts val="350"/>
        </a:spcBef>
        <a:buFont typeface="Arial" panose="020B0604020202020204" pitchFamily="34" charset="0"/>
        <a:buChar char="•"/>
        <a:defRPr sz="126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40080" rtl="0" eaLnBrk="1" latinLnBrk="0" hangingPunct="1">
        <a:defRPr sz="1260" kern="1200">
          <a:solidFill>
            <a:schemeClr val="tx1"/>
          </a:solidFill>
          <a:latin typeface="+mn-lt"/>
          <a:ea typeface="+mn-ea"/>
          <a:cs typeface="+mn-cs"/>
        </a:defRPr>
      </a:lvl1pPr>
      <a:lvl2pPr marL="320040" algn="l" defTabSz="640080" rtl="0" eaLnBrk="1" latinLnBrk="0" hangingPunct="1">
        <a:defRPr sz="1260" kern="1200">
          <a:solidFill>
            <a:schemeClr val="tx1"/>
          </a:solidFill>
          <a:latin typeface="+mn-lt"/>
          <a:ea typeface="+mn-ea"/>
          <a:cs typeface="+mn-cs"/>
        </a:defRPr>
      </a:lvl2pPr>
      <a:lvl3pPr marL="640080" algn="l" defTabSz="640080" rtl="0" eaLnBrk="1" latinLnBrk="0" hangingPunct="1">
        <a:defRPr sz="1260" kern="1200">
          <a:solidFill>
            <a:schemeClr val="tx1"/>
          </a:solidFill>
          <a:latin typeface="+mn-lt"/>
          <a:ea typeface="+mn-ea"/>
          <a:cs typeface="+mn-cs"/>
        </a:defRPr>
      </a:lvl3pPr>
      <a:lvl4pPr marL="960120" algn="l" defTabSz="640080" rtl="0" eaLnBrk="1" latinLnBrk="0" hangingPunct="1">
        <a:defRPr sz="126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algn="l" defTabSz="640080" rtl="0" eaLnBrk="1" latinLnBrk="0" hangingPunct="1">
        <a:defRPr sz="1260" kern="1200">
          <a:solidFill>
            <a:schemeClr val="tx1"/>
          </a:solidFill>
          <a:latin typeface="+mn-lt"/>
          <a:ea typeface="+mn-ea"/>
          <a:cs typeface="+mn-cs"/>
        </a:defRPr>
      </a:lvl5pPr>
      <a:lvl6pPr marL="1600200" algn="l" defTabSz="640080" rtl="0" eaLnBrk="1" latinLnBrk="0" hangingPunct="1">
        <a:defRPr sz="126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algn="l" defTabSz="640080" rtl="0" eaLnBrk="1" latinLnBrk="0" hangingPunct="1">
        <a:defRPr sz="1260" kern="1200">
          <a:solidFill>
            <a:schemeClr val="tx1"/>
          </a:solidFill>
          <a:latin typeface="+mn-lt"/>
          <a:ea typeface="+mn-ea"/>
          <a:cs typeface="+mn-cs"/>
        </a:defRPr>
      </a:lvl7pPr>
      <a:lvl8pPr marL="2240280" algn="l" defTabSz="640080" rtl="0" eaLnBrk="1" latinLnBrk="0" hangingPunct="1">
        <a:defRPr sz="1260" kern="1200">
          <a:solidFill>
            <a:schemeClr val="tx1"/>
          </a:solidFill>
          <a:latin typeface="+mn-lt"/>
          <a:ea typeface="+mn-ea"/>
          <a:cs typeface="+mn-cs"/>
        </a:defRPr>
      </a:lvl8pPr>
      <a:lvl9pPr marL="2560320" algn="l" defTabSz="640080" rtl="0" eaLnBrk="1" latinLnBrk="0" hangingPunct="1">
        <a:defRPr sz="12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05FFAA89-345F-BDB3-C480-4B54FF8AFF5D}"/>
              </a:ext>
            </a:extLst>
          </p:cNvPr>
          <p:cNvGrpSpPr/>
          <p:nvPr/>
        </p:nvGrpSpPr>
        <p:grpSpPr>
          <a:xfrm>
            <a:off x="74748" y="240031"/>
            <a:ext cx="6326053" cy="7231107"/>
            <a:chOff x="683797" y="835071"/>
            <a:chExt cx="6326053" cy="8768565"/>
          </a:xfrm>
        </p:grpSpPr>
        <p:sp>
          <p:nvSpPr>
            <p:cNvPr id="9" name="Rectangle: Rounded Corners 8">
              <a:extLst>
                <a:ext uri="{FF2B5EF4-FFF2-40B4-BE49-F238E27FC236}">
                  <a16:creationId xmlns:a16="http://schemas.microsoft.com/office/drawing/2014/main" id="{8F1A589E-DD35-441D-ABDA-37D4F20F0379}"/>
                </a:ext>
              </a:extLst>
            </p:cNvPr>
            <p:cNvSpPr/>
            <p:nvPr/>
          </p:nvSpPr>
          <p:spPr>
            <a:xfrm>
              <a:off x="4065153" y="4009166"/>
              <a:ext cx="994383" cy="412615"/>
            </a:xfrm>
            <a:prstGeom prst="roundRect">
              <a:avLst/>
            </a:prstGeom>
            <a:gradFill flip="none" rotWithShape="1">
              <a:gsLst>
                <a:gs pos="84000">
                  <a:srgbClr val="FCE5D6"/>
                </a:gs>
                <a:gs pos="68000">
                  <a:schemeClr val="accent2">
                    <a:lumMod val="40000"/>
                    <a:lumOff val="60000"/>
                  </a:schemeClr>
                </a:gs>
                <a:gs pos="100000">
                  <a:schemeClr val="bg1">
                    <a:lumMod val="95000"/>
                  </a:schemeClr>
                </a:gs>
              </a:gsLst>
              <a:lin ang="18900000" scaled="1"/>
              <a:tileRect/>
            </a:gradFill>
            <a:ln>
              <a:noFill/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8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2,385</a:t>
              </a:r>
              <a:endParaRPr lang="de-DE" sz="1408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" name="Rectangle: Rounded Corners 10">
              <a:extLst>
                <a:ext uri="{FF2B5EF4-FFF2-40B4-BE49-F238E27FC236}">
                  <a16:creationId xmlns:a16="http://schemas.microsoft.com/office/drawing/2014/main" id="{015322F6-77E8-48C4-B056-50F80F699609}"/>
                </a:ext>
              </a:extLst>
            </p:cNvPr>
            <p:cNvSpPr/>
            <p:nvPr/>
          </p:nvSpPr>
          <p:spPr>
            <a:xfrm>
              <a:off x="4065153" y="5088945"/>
              <a:ext cx="994383" cy="412615"/>
            </a:xfrm>
            <a:prstGeom prst="roundRect">
              <a:avLst/>
            </a:prstGeom>
            <a:gradFill flip="none" rotWithShape="1">
              <a:gsLst>
                <a:gs pos="84000">
                  <a:srgbClr val="FCE5D6"/>
                </a:gs>
                <a:gs pos="68000">
                  <a:schemeClr val="accent2">
                    <a:lumMod val="40000"/>
                    <a:lumOff val="60000"/>
                  </a:schemeClr>
                </a:gs>
                <a:gs pos="100000">
                  <a:schemeClr val="bg1">
                    <a:lumMod val="95000"/>
                  </a:schemeClr>
                </a:gs>
              </a:gsLst>
              <a:lin ang="18900000" scaled="1"/>
              <a:tileRect/>
            </a:gradFill>
            <a:ln>
              <a:noFill/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8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118</a:t>
              </a:r>
              <a:endParaRPr lang="de-DE" sz="1408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" name="Rectangle: Rounded Corners 12">
              <a:extLst>
                <a:ext uri="{FF2B5EF4-FFF2-40B4-BE49-F238E27FC236}">
                  <a16:creationId xmlns:a16="http://schemas.microsoft.com/office/drawing/2014/main" id="{A5F9B437-0D9F-43EC-AE11-4D38AB16DEF0}"/>
                </a:ext>
              </a:extLst>
            </p:cNvPr>
            <p:cNvSpPr/>
            <p:nvPr/>
          </p:nvSpPr>
          <p:spPr>
            <a:xfrm>
              <a:off x="4065173" y="7103997"/>
              <a:ext cx="994383" cy="412615"/>
            </a:xfrm>
            <a:prstGeom prst="roundRect">
              <a:avLst/>
            </a:prstGeom>
            <a:gradFill flip="none" rotWithShape="1">
              <a:gsLst>
                <a:gs pos="84000">
                  <a:srgbClr val="FCE5D6"/>
                </a:gs>
                <a:gs pos="68000">
                  <a:schemeClr val="accent2">
                    <a:lumMod val="40000"/>
                    <a:lumOff val="60000"/>
                  </a:schemeClr>
                </a:gs>
                <a:gs pos="100000">
                  <a:schemeClr val="bg1">
                    <a:lumMod val="95000"/>
                  </a:schemeClr>
                </a:gs>
              </a:gsLst>
              <a:lin ang="18900000" scaled="1"/>
              <a:tileRect/>
            </a:gradFill>
            <a:ln>
              <a:noFill/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8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1,032</a:t>
              </a:r>
              <a:endParaRPr lang="de-DE" sz="1408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C2C13C7B-2E0E-4FF4-AB33-135574BA2A77}"/>
                </a:ext>
              </a:extLst>
            </p:cNvPr>
            <p:cNvCxnSpPr>
              <a:cxnSpLocks/>
              <a:stCxn id="9" idx="2"/>
              <a:endCxn id="11" idx="0"/>
            </p:cNvCxnSpPr>
            <p:nvPr/>
          </p:nvCxnSpPr>
          <p:spPr>
            <a:xfrm>
              <a:off x="4562344" y="4421780"/>
              <a:ext cx="0" cy="667166"/>
            </a:xfrm>
            <a:prstGeom prst="straightConnector1">
              <a:avLst/>
            </a:prstGeom>
            <a:ln>
              <a:solidFill>
                <a:schemeClr val="bg1">
                  <a:lumMod val="6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A518AA32-5E69-499A-A2CB-589D567F8FD8}"/>
                </a:ext>
              </a:extLst>
            </p:cNvPr>
            <p:cNvCxnSpPr>
              <a:cxnSpLocks/>
              <a:stCxn id="11" idx="2"/>
              <a:endCxn id="13" idx="0"/>
            </p:cNvCxnSpPr>
            <p:nvPr/>
          </p:nvCxnSpPr>
          <p:spPr>
            <a:xfrm>
              <a:off x="4562345" y="5501561"/>
              <a:ext cx="20" cy="1602437"/>
            </a:xfrm>
            <a:prstGeom prst="straightConnector1">
              <a:avLst/>
            </a:prstGeom>
            <a:ln>
              <a:solidFill>
                <a:schemeClr val="bg1">
                  <a:lumMod val="6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395B561F-3DB8-42CB-9CBC-038948D310CA}"/>
                </a:ext>
              </a:extLst>
            </p:cNvPr>
            <p:cNvSpPr/>
            <p:nvPr/>
          </p:nvSpPr>
          <p:spPr>
            <a:xfrm>
              <a:off x="5040651" y="3976289"/>
              <a:ext cx="1841043" cy="59372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1291" dirty="0">
                  <a:latin typeface="Arial" panose="020B0604020202020204" pitchFamily="34" charset="0"/>
                  <a:cs typeface="Arial" panose="020B0604020202020204" pitchFamily="34" charset="0"/>
                </a:rPr>
                <a:t>Restricted-Access</a:t>
              </a:r>
            </a:p>
            <a:p>
              <a:r>
                <a:rPr lang="en-US" sz="1291" dirty="0">
                  <a:latin typeface="Arial" panose="020B0604020202020204" pitchFamily="34" charset="0"/>
                  <a:cs typeface="Arial" panose="020B0604020202020204" pitchFamily="34" charset="0"/>
                </a:rPr>
                <a:t>and Open Datasets</a:t>
              </a:r>
              <a:endParaRPr lang="de-DE" sz="129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A272B207-7A8B-4402-9F52-285DC1B0BBA2}"/>
                </a:ext>
              </a:extLst>
            </p:cNvPr>
            <p:cNvSpPr/>
            <p:nvPr/>
          </p:nvSpPr>
          <p:spPr>
            <a:xfrm>
              <a:off x="5063715" y="5042445"/>
              <a:ext cx="1178620" cy="59372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1291" dirty="0">
                  <a:latin typeface="Arial" panose="020B0604020202020204" pitchFamily="34" charset="0"/>
                  <a:cs typeface="Arial" panose="020B0604020202020204" pitchFamily="34" charset="0"/>
                </a:rPr>
                <a:t>Referenced</a:t>
              </a:r>
            </a:p>
            <a:p>
              <a:r>
                <a:rPr lang="en-US" sz="1291" dirty="0">
                  <a:latin typeface="Arial" panose="020B0604020202020204" pitchFamily="34" charset="0"/>
                  <a:cs typeface="Arial" panose="020B0604020202020204" pitchFamily="34" charset="0"/>
                </a:rPr>
                <a:t>Datasets</a:t>
              </a:r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3419C2CA-81E4-44C0-8AA4-173BAF7F34BD}"/>
                </a:ext>
              </a:extLst>
            </p:cNvPr>
            <p:cNvSpPr/>
            <p:nvPr/>
          </p:nvSpPr>
          <p:spPr>
            <a:xfrm>
              <a:off x="5063715" y="7051396"/>
              <a:ext cx="1105043" cy="59372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1291" dirty="0">
                  <a:latin typeface="Arial" panose="020B0604020202020204" pitchFamily="34" charset="0"/>
                  <a:cs typeface="Arial" panose="020B0604020202020204" pitchFamily="34" charset="0"/>
                </a:rPr>
                <a:t>References</a:t>
              </a:r>
            </a:p>
            <a:p>
              <a:r>
                <a:rPr lang="en-US" sz="1291" dirty="0">
                  <a:latin typeface="Arial" panose="020B0604020202020204" pitchFamily="34" charset="0"/>
                  <a:cs typeface="Arial" panose="020B0604020202020204" pitchFamily="34" charset="0"/>
                </a:rPr>
                <a:t>to Datasets</a:t>
              </a:r>
            </a:p>
          </p:txBody>
        </p:sp>
        <p:sp>
          <p:nvSpPr>
            <p:cNvPr id="37" name="Rectangle: Rounded Corners 36">
              <a:extLst>
                <a:ext uri="{FF2B5EF4-FFF2-40B4-BE49-F238E27FC236}">
                  <a16:creationId xmlns:a16="http://schemas.microsoft.com/office/drawing/2014/main" id="{37BA3527-87EC-4319-9AE6-9AF455FE0676}"/>
                </a:ext>
              </a:extLst>
            </p:cNvPr>
            <p:cNvSpPr/>
            <p:nvPr/>
          </p:nvSpPr>
          <p:spPr>
            <a:xfrm>
              <a:off x="1793604" y="5088945"/>
              <a:ext cx="956613" cy="412615"/>
            </a:xfrm>
            <a:prstGeom prst="roundRect">
              <a:avLst/>
            </a:prstGeom>
            <a:gradFill flip="none" rotWithShape="1">
              <a:gsLst>
                <a:gs pos="84000">
                  <a:schemeClr val="accent1">
                    <a:lumMod val="20000"/>
                    <a:lumOff val="80000"/>
                  </a:schemeClr>
                </a:gs>
                <a:gs pos="68000">
                  <a:schemeClr val="accent1">
                    <a:lumMod val="40000"/>
                    <a:lumOff val="60000"/>
                  </a:schemeClr>
                </a:gs>
                <a:gs pos="100000">
                  <a:schemeClr val="bg1">
                    <a:lumMod val="95000"/>
                  </a:schemeClr>
                </a:gs>
              </a:gsLst>
              <a:lin ang="18900000" scaled="1"/>
              <a:tileRect/>
            </a:gradFill>
            <a:ln>
              <a:noFill/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8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119</a:t>
              </a:r>
              <a:endParaRPr lang="de-DE" sz="1408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8" name="Rectangle: Rounded Corners 37">
              <a:extLst>
                <a:ext uri="{FF2B5EF4-FFF2-40B4-BE49-F238E27FC236}">
                  <a16:creationId xmlns:a16="http://schemas.microsoft.com/office/drawing/2014/main" id="{8B34D7AD-5FA7-4F4B-A347-F882B053B048}"/>
                </a:ext>
              </a:extLst>
            </p:cNvPr>
            <p:cNvSpPr/>
            <p:nvPr/>
          </p:nvSpPr>
          <p:spPr>
            <a:xfrm>
              <a:off x="1793623" y="7103997"/>
              <a:ext cx="964092" cy="412615"/>
            </a:xfrm>
            <a:prstGeom prst="roundRect">
              <a:avLst/>
            </a:prstGeom>
            <a:gradFill flip="none" rotWithShape="1">
              <a:gsLst>
                <a:gs pos="84000">
                  <a:schemeClr val="accent1">
                    <a:lumMod val="20000"/>
                    <a:lumOff val="80000"/>
                  </a:schemeClr>
                </a:gs>
                <a:gs pos="68000">
                  <a:schemeClr val="accent1">
                    <a:lumMod val="40000"/>
                    <a:lumOff val="60000"/>
                  </a:schemeClr>
                </a:gs>
                <a:gs pos="100000">
                  <a:schemeClr val="bg1">
                    <a:lumMod val="95000"/>
                  </a:schemeClr>
                </a:gs>
              </a:gsLst>
              <a:lin ang="18900000" scaled="1"/>
              <a:tileRect/>
            </a:gradFill>
            <a:ln>
              <a:noFill/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8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790</a:t>
              </a:r>
              <a:endParaRPr lang="de-DE" sz="1408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9" name="Rectangle: Rounded Corners 38">
              <a:extLst>
                <a:ext uri="{FF2B5EF4-FFF2-40B4-BE49-F238E27FC236}">
                  <a16:creationId xmlns:a16="http://schemas.microsoft.com/office/drawing/2014/main" id="{6692EBCE-E7C8-498F-9B66-D28428C38FE7}"/>
                </a:ext>
              </a:extLst>
            </p:cNvPr>
            <p:cNvSpPr/>
            <p:nvPr/>
          </p:nvSpPr>
          <p:spPr>
            <a:xfrm>
              <a:off x="2933200" y="8137041"/>
              <a:ext cx="956613" cy="412615"/>
            </a:xfrm>
            <a:prstGeom prst="roundRect">
              <a:avLst/>
            </a:prstGeom>
            <a:gradFill flip="none" rotWithShape="1">
              <a:gsLst>
                <a:gs pos="84000">
                  <a:srgbClr val="D8F6E3"/>
                </a:gs>
                <a:gs pos="65000">
                  <a:srgbClr val="93FF81"/>
                </a:gs>
                <a:gs pos="100000">
                  <a:srgbClr val="D9FFDD"/>
                </a:gs>
              </a:gsLst>
              <a:lin ang="18900000" scaled="1"/>
              <a:tileRect/>
            </a:gradFill>
            <a:ln>
              <a:noFill/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8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1,497</a:t>
              </a:r>
              <a:endParaRPr lang="de-DE" sz="1408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41" name="Straight Arrow Connector 40">
              <a:extLst>
                <a:ext uri="{FF2B5EF4-FFF2-40B4-BE49-F238E27FC236}">
                  <a16:creationId xmlns:a16="http://schemas.microsoft.com/office/drawing/2014/main" id="{44A59E55-1123-41CF-9FF3-F2082F8B3C5D}"/>
                </a:ext>
              </a:extLst>
            </p:cNvPr>
            <p:cNvCxnSpPr>
              <a:cxnSpLocks/>
              <a:endCxn id="38" idx="0"/>
            </p:cNvCxnSpPr>
            <p:nvPr/>
          </p:nvCxnSpPr>
          <p:spPr>
            <a:xfrm>
              <a:off x="2271909" y="5501561"/>
              <a:ext cx="3760" cy="1602437"/>
            </a:xfrm>
            <a:prstGeom prst="straightConnector1">
              <a:avLst/>
            </a:prstGeom>
            <a:ln>
              <a:solidFill>
                <a:schemeClr val="bg1">
                  <a:lumMod val="6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Arrow Connector 41">
              <a:extLst>
                <a:ext uri="{FF2B5EF4-FFF2-40B4-BE49-F238E27FC236}">
                  <a16:creationId xmlns:a16="http://schemas.microsoft.com/office/drawing/2014/main" id="{7C8CB980-D4CC-4B64-97C7-0DACD7E52C16}"/>
                </a:ext>
              </a:extLst>
            </p:cNvPr>
            <p:cNvCxnSpPr>
              <a:cxnSpLocks/>
              <a:stCxn id="38" idx="2"/>
              <a:endCxn id="39" idx="0"/>
            </p:cNvCxnSpPr>
            <p:nvPr/>
          </p:nvCxnSpPr>
          <p:spPr>
            <a:xfrm>
              <a:off x="2275670" y="7516612"/>
              <a:ext cx="1135837" cy="620428"/>
            </a:xfrm>
            <a:prstGeom prst="straightConnector1">
              <a:avLst/>
            </a:prstGeom>
            <a:ln>
              <a:solidFill>
                <a:schemeClr val="bg1">
                  <a:lumMod val="6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26500A19-34AF-481D-90E9-7A15CD95C98D}"/>
                </a:ext>
              </a:extLst>
            </p:cNvPr>
            <p:cNvSpPr/>
            <p:nvPr/>
          </p:nvSpPr>
          <p:spPr>
            <a:xfrm>
              <a:off x="683797" y="5042445"/>
              <a:ext cx="1066474" cy="59372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r"/>
              <a:r>
                <a:rPr lang="en-US" sz="1291" dirty="0">
                  <a:latin typeface="Arial" panose="020B0604020202020204" pitchFamily="34" charset="0"/>
                  <a:cs typeface="Arial" panose="020B0604020202020204" pitchFamily="34" charset="0"/>
                </a:rPr>
                <a:t>Referenced</a:t>
              </a:r>
            </a:p>
            <a:p>
              <a:pPr algn="r"/>
              <a:r>
                <a:rPr lang="en-US" sz="1291" dirty="0">
                  <a:latin typeface="Arial" panose="020B0604020202020204" pitchFamily="34" charset="0"/>
                  <a:cs typeface="Arial" panose="020B0604020202020204" pitchFamily="34" charset="0"/>
                </a:rPr>
                <a:t>Datasets</a:t>
              </a:r>
            </a:p>
          </p:txBody>
        </p:sp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ED7A0D1F-7F9E-42B5-9084-1E0CD2E1F859}"/>
                </a:ext>
              </a:extLst>
            </p:cNvPr>
            <p:cNvSpPr/>
            <p:nvPr/>
          </p:nvSpPr>
          <p:spPr>
            <a:xfrm>
              <a:off x="685202" y="7051392"/>
              <a:ext cx="1066474" cy="59372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r"/>
              <a:r>
                <a:rPr lang="en-US" sz="1291" dirty="0">
                  <a:latin typeface="Arial" panose="020B0604020202020204" pitchFamily="34" charset="0"/>
                  <a:cs typeface="Arial" panose="020B0604020202020204" pitchFamily="34" charset="0"/>
                </a:rPr>
                <a:t>References</a:t>
              </a:r>
            </a:p>
            <a:p>
              <a:pPr algn="r"/>
              <a:r>
                <a:rPr lang="en-US" sz="1291" dirty="0">
                  <a:latin typeface="Arial" panose="020B0604020202020204" pitchFamily="34" charset="0"/>
                  <a:cs typeface="Arial" panose="020B0604020202020204" pitchFamily="34" charset="0"/>
                </a:rPr>
                <a:t>to Datasets</a:t>
              </a:r>
              <a:endParaRPr lang="de-DE" sz="129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59" name="Straight Arrow Connector 58">
              <a:extLst>
                <a:ext uri="{FF2B5EF4-FFF2-40B4-BE49-F238E27FC236}">
                  <a16:creationId xmlns:a16="http://schemas.microsoft.com/office/drawing/2014/main" id="{1FBE4FCF-8599-453D-ACF1-7A4330EE1F2C}"/>
                </a:ext>
              </a:extLst>
            </p:cNvPr>
            <p:cNvCxnSpPr>
              <a:cxnSpLocks/>
              <a:stCxn id="13" idx="2"/>
              <a:endCxn id="39" idx="0"/>
            </p:cNvCxnSpPr>
            <p:nvPr/>
          </p:nvCxnSpPr>
          <p:spPr>
            <a:xfrm flipH="1">
              <a:off x="3411507" y="7516612"/>
              <a:ext cx="1150859" cy="620428"/>
            </a:xfrm>
            <a:prstGeom prst="straightConnector1">
              <a:avLst/>
            </a:prstGeom>
            <a:ln>
              <a:solidFill>
                <a:schemeClr val="bg1">
                  <a:lumMod val="6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668D4145-09E9-49E0-ADC6-0FAF2836A917}"/>
                </a:ext>
              </a:extLst>
            </p:cNvPr>
            <p:cNvSpPr/>
            <p:nvPr/>
          </p:nvSpPr>
          <p:spPr>
            <a:xfrm>
              <a:off x="2117257" y="8590668"/>
              <a:ext cx="2634961" cy="101296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lnSpc>
                  <a:spcPts val="2000"/>
                </a:lnSpc>
              </a:pPr>
              <a:r>
                <a:rPr lang="en-US" sz="1291" dirty="0">
                  <a:latin typeface="Arial" panose="020B0604020202020204" pitchFamily="34" charset="0"/>
                  <a:cs typeface="Arial" panose="020B0604020202020204" pitchFamily="34" charset="0"/>
                </a:rPr>
                <a:t>References to Datasets</a:t>
              </a:r>
            </a:p>
            <a:p>
              <a:pPr algn="ctr">
                <a:lnSpc>
                  <a:spcPts val="2000"/>
                </a:lnSpc>
              </a:pPr>
              <a:r>
                <a:rPr lang="en-US" sz="1291" dirty="0">
                  <a:solidFill>
                    <a:schemeClr val="bg1">
                      <a:lumMod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Published in 134 Charité Papers</a:t>
              </a:r>
              <a:endParaRPr lang="de-DE" sz="1291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algn="ctr">
                <a:lnSpc>
                  <a:spcPts val="2000"/>
                </a:lnSpc>
              </a:pPr>
              <a:r>
                <a:rPr lang="de-DE" sz="1291" dirty="0">
                  <a:solidFill>
                    <a:schemeClr val="bg1">
                      <a:lumMod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Reused by 1,390 Papers</a:t>
              </a:r>
            </a:p>
          </p:txBody>
        </p:sp>
        <p:cxnSp>
          <p:nvCxnSpPr>
            <p:cNvPr id="67" name="Straight Arrow Connector 66">
              <a:extLst>
                <a:ext uri="{FF2B5EF4-FFF2-40B4-BE49-F238E27FC236}">
                  <a16:creationId xmlns:a16="http://schemas.microsoft.com/office/drawing/2014/main" id="{546E5E13-378B-484F-A381-094CCFBA2949}"/>
                </a:ext>
              </a:extLst>
            </p:cNvPr>
            <p:cNvCxnSpPr>
              <a:cxnSpLocks/>
              <a:stCxn id="89" idx="2"/>
              <a:endCxn id="9" idx="0"/>
            </p:cNvCxnSpPr>
            <p:nvPr/>
          </p:nvCxnSpPr>
          <p:spPr>
            <a:xfrm>
              <a:off x="4557867" y="3268850"/>
              <a:ext cx="4478" cy="740315"/>
            </a:xfrm>
            <a:prstGeom prst="straightConnector1">
              <a:avLst/>
            </a:prstGeom>
            <a:ln>
              <a:solidFill>
                <a:schemeClr val="bg1">
                  <a:lumMod val="6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0" name="Rectangle: Rounded Corners 79">
              <a:extLst>
                <a:ext uri="{FF2B5EF4-FFF2-40B4-BE49-F238E27FC236}">
                  <a16:creationId xmlns:a16="http://schemas.microsoft.com/office/drawing/2014/main" id="{D114DA72-2DDC-49FF-88D2-5DA57C7BF46C}"/>
                </a:ext>
              </a:extLst>
            </p:cNvPr>
            <p:cNvSpPr/>
            <p:nvPr/>
          </p:nvSpPr>
          <p:spPr>
            <a:xfrm>
              <a:off x="2963761" y="6027801"/>
              <a:ext cx="956613" cy="412615"/>
            </a:xfrm>
            <a:prstGeom prst="roundRect">
              <a:avLst/>
            </a:prstGeom>
            <a:gradFill flip="none" rotWithShape="1">
              <a:gsLst>
                <a:gs pos="84000">
                  <a:srgbClr val="D8F6E3"/>
                </a:gs>
                <a:gs pos="65000">
                  <a:srgbClr val="93FF81"/>
                </a:gs>
                <a:gs pos="100000">
                  <a:srgbClr val="D9FFDD"/>
                </a:gs>
              </a:gsLst>
              <a:lin ang="18900000" scaled="1"/>
              <a:tileRect/>
            </a:gradFill>
            <a:ln>
              <a:noFill/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8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175</a:t>
              </a:r>
              <a:endParaRPr lang="de-DE" sz="1408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81" name="Straight Arrow Connector 80">
              <a:extLst>
                <a:ext uri="{FF2B5EF4-FFF2-40B4-BE49-F238E27FC236}">
                  <a16:creationId xmlns:a16="http://schemas.microsoft.com/office/drawing/2014/main" id="{DEBAAEA7-28FC-4C4C-85C6-F295E82C619C}"/>
                </a:ext>
              </a:extLst>
            </p:cNvPr>
            <p:cNvCxnSpPr>
              <a:cxnSpLocks/>
              <a:endCxn id="80" idx="0"/>
            </p:cNvCxnSpPr>
            <p:nvPr/>
          </p:nvCxnSpPr>
          <p:spPr>
            <a:xfrm>
              <a:off x="2424329" y="5515238"/>
              <a:ext cx="1017738" cy="512563"/>
            </a:xfrm>
            <a:prstGeom prst="straightConnector1">
              <a:avLst/>
            </a:prstGeom>
            <a:ln>
              <a:solidFill>
                <a:schemeClr val="bg1">
                  <a:lumMod val="6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Straight Arrow Connector 81">
              <a:extLst>
                <a:ext uri="{FF2B5EF4-FFF2-40B4-BE49-F238E27FC236}">
                  <a16:creationId xmlns:a16="http://schemas.microsoft.com/office/drawing/2014/main" id="{BFAE4691-A331-4DBF-B116-0C1888F2171E}"/>
                </a:ext>
              </a:extLst>
            </p:cNvPr>
            <p:cNvCxnSpPr>
              <a:cxnSpLocks/>
              <a:endCxn id="80" idx="0"/>
            </p:cNvCxnSpPr>
            <p:nvPr/>
          </p:nvCxnSpPr>
          <p:spPr>
            <a:xfrm flipH="1">
              <a:off x="3442068" y="5515238"/>
              <a:ext cx="975517" cy="512563"/>
            </a:xfrm>
            <a:prstGeom prst="straightConnector1">
              <a:avLst/>
            </a:prstGeom>
            <a:ln>
              <a:solidFill>
                <a:schemeClr val="bg1">
                  <a:lumMod val="6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3" name="Rectangle 82">
              <a:extLst>
                <a:ext uri="{FF2B5EF4-FFF2-40B4-BE49-F238E27FC236}">
                  <a16:creationId xmlns:a16="http://schemas.microsoft.com/office/drawing/2014/main" id="{B2BD9BD0-063F-41F0-AF7A-83DA5949A806}"/>
                </a:ext>
              </a:extLst>
            </p:cNvPr>
            <p:cNvSpPr/>
            <p:nvPr/>
          </p:nvSpPr>
          <p:spPr>
            <a:xfrm>
              <a:off x="2436224" y="6474052"/>
              <a:ext cx="1965543" cy="35284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sz="1291" dirty="0">
                  <a:latin typeface="Arial" panose="020B0604020202020204" pitchFamily="34" charset="0"/>
                  <a:cs typeface="Arial" panose="020B0604020202020204" pitchFamily="34" charset="0"/>
                </a:rPr>
                <a:t>Referenced Datasets</a:t>
              </a:r>
              <a:endParaRPr lang="de-DE" sz="129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9" name="Rectangle: Rounded Corners 88">
              <a:extLst>
                <a:ext uri="{FF2B5EF4-FFF2-40B4-BE49-F238E27FC236}">
                  <a16:creationId xmlns:a16="http://schemas.microsoft.com/office/drawing/2014/main" id="{E036A8D5-381A-49F8-A9E1-4091609F5EF9}"/>
                </a:ext>
              </a:extLst>
            </p:cNvPr>
            <p:cNvSpPr/>
            <p:nvPr/>
          </p:nvSpPr>
          <p:spPr>
            <a:xfrm>
              <a:off x="4060675" y="2856235"/>
              <a:ext cx="994383" cy="412615"/>
            </a:xfrm>
            <a:prstGeom prst="roundRect">
              <a:avLst/>
            </a:prstGeom>
            <a:gradFill flip="none" rotWithShape="1">
              <a:gsLst>
                <a:gs pos="84000">
                  <a:srgbClr val="FCE5D6"/>
                </a:gs>
                <a:gs pos="68000">
                  <a:schemeClr val="accent2">
                    <a:lumMod val="40000"/>
                    <a:lumOff val="60000"/>
                  </a:schemeClr>
                </a:gs>
                <a:gs pos="100000">
                  <a:schemeClr val="bg1">
                    <a:lumMod val="95000"/>
                  </a:schemeClr>
                </a:gs>
              </a:gsLst>
              <a:lin ang="18900000" scaled="1"/>
              <a:tileRect/>
            </a:gradFill>
            <a:ln>
              <a:noFill/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8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1,583</a:t>
              </a:r>
              <a:endParaRPr lang="de-DE" sz="1408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1" name="Rectangle 90">
              <a:extLst>
                <a:ext uri="{FF2B5EF4-FFF2-40B4-BE49-F238E27FC236}">
                  <a16:creationId xmlns:a16="http://schemas.microsoft.com/office/drawing/2014/main" id="{05DFAD21-E790-4E44-A833-74531D5D852B}"/>
                </a:ext>
              </a:extLst>
            </p:cNvPr>
            <p:cNvSpPr/>
            <p:nvPr/>
          </p:nvSpPr>
          <p:spPr>
            <a:xfrm>
              <a:off x="5055058" y="2836117"/>
              <a:ext cx="1954792" cy="59372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1291" dirty="0">
                  <a:latin typeface="Arial" panose="020B0604020202020204" pitchFamily="34" charset="0"/>
                  <a:cs typeface="Arial" panose="020B0604020202020204" pitchFamily="34" charset="0"/>
                </a:rPr>
                <a:t>Charité Papers with Shared Datasets</a:t>
              </a:r>
              <a:endParaRPr lang="de-DE" sz="129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1" name="Rectangle: Rounded Corners 30">
              <a:extLst>
                <a:ext uri="{FF2B5EF4-FFF2-40B4-BE49-F238E27FC236}">
                  <a16:creationId xmlns:a16="http://schemas.microsoft.com/office/drawing/2014/main" id="{9F56F1E4-3546-4BA0-88CD-F399B7C26180}"/>
                </a:ext>
              </a:extLst>
            </p:cNvPr>
            <p:cNvSpPr/>
            <p:nvPr/>
          </p:nvSpPr>
          <p:spPr>
            <a:xfrm>
              <a:off x="1726516" y="835071"/>
              <a:ext cx="3384956" cy="412615"/>
            </a:xfrm>
            <a:prstGeom prst="roundRect">
              <a:avLst/>
            </a:prstGeom>
            <a:gradFill flip="none" rotWithShape="1">
              <a:gsLst>
                <a:gs pos="69000">
                  <a:schemeClr val="accent2">
                    <a:lumMod val="60000"/>
                    <a:lumOff val="40000"/>
                  </a:schemeClr>
                </a:gs>
                <a:gs pos="0">
                  <a:schemeClr val="accent2"/>
                </a:gs>
                <a:gs pos="100000">
                  <a:schemeClr val="bg1">
                    <a:lumMod val="95000"/>
                  </a:schemeClr>
                </a:gs>
              </a:gsLst>
              <a:lin ang="18900000" scaled="1"/>
              <a:tileRect/>
            </a:gradFill>
            <a:ln>
              <a:noFill/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8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15,748 Charité Papers (2020-2023)</a:t>
              </a:r>
              <a:endParaRPr lang="de-DE" sz="1408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4" name="Straight Arrow Connector 3">
              <a:extLst>
                <a:ext uri="{FF2B5EF4-FFF2-40B4-BE49-F238E27FC236}">
                  <a16:creationId xmlns:a16="http://schemas.microsoft.com/office/drawing/2014/main" id="{AC44CFEE-44A3-463A-B397-18E4801C7FA1}"/>
                </a:ext>
              </a:extLst>
            </p:cNvPr>
            <p:cNvCxnSpPr>
              <a:stCxn id="37" idx="3"/>
              <a:endCxn id="11" idx="1"/>
            </p:cNvCxnSpPr>
            <p:nvPr/>
          </p:nvCxnSpPr>
          <p:spPr>
            <a:xfrm>
              <a:off x="2750217" y="5295253"/>
              <a:ext cx="1314937" cy="0"/>
            </a:xfrm>
            <a:prstGeom prst="straightConnector1">
              <a:avLst/>
            </a:prstGeom>
            <a:ln>
              <a:solidFill>
                <a:schemeClr val="bg1">
                  <a:lumMod val="65000"/>
                </a:schemeClr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Arrow Connector 39">
              <a:extLst>
                <a:ext uri="{FF2B5EF4-FFF2-40B4-BE49-F238E27FC236}">
                  <a16:creationId xmlns:a16="http://schemas.microsoft.com/office/drawing/2014/main" id="{0C5BEB27-C360-4D58-8AE3-C08092988058}"/>
                </a:ext>
              </a:extLst>
            </p:cNvPr>
            <p:cNvCxnSpPr>
              <a:cxnSpLocks/>
              <a:stCxn id="38" idx="3"/>
              <a:endCxn id="13" idx="1"/>
            </p:cNvCxnSpPr>
            <p:nvPr/>
          </p:nvCxnSpPr>
          <p:spPr>
            <a:xfrm>
              <a:off x="2757715" y="7310305"/>
              <a:ext cx="1307458" cy="0"/>
            </a:xfrm>
            <a:prstGeom prst="straightConnector1">
              <a:avLst/>
            </a:prstGeom>
            <a:ln>
              <a:solidFill>
                <a:schemeClr val="bg1">
                  <a:lumMod val="65000"/>
                </a:schemeClr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EED85551-9A16-4CFB-B3E1-92401FDE4558}"/>
                </a:ext>
              </a:extLst>
            </p:cNvPr>
            <p:cNvSpPr/>
            <p:nvPr/>
          </p:nvSpPr>
          <p:spPr>
            <a:xfrm>
              <a:off x="2913820" y="5035298"/>
              <a:ext cx="1041839" cy="559123"/>
            </a:xfrm>
            <a:prstGeom prst="rect">
              <a:avLst/>
            </a:prstGeom>
            <a:ln>
              <a:noFill/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wrap="square">
              <a:spAutoFit/>
            </a:bodyPr>
            <a:lstStyle/>
            <a:p>
              <a:pPr algn="ctr">
                <a:lnSpc>
                  <a:spcPts val="1500"/>
                </a:lnSpc>
              </a:pPr>
              <a:r>
                <a:rPr lang="en-US" sz="1100" dirty="0">
                  <a:solidFill>
                    <a:schemeClr val="bg1">
                      <a:lumMod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62</a:t>
              </a:r>
            </a:p>
            <a:p>
              <a:pPr algn="ctr">
                <a:lnSpc>
                  <a:spcPts val="1500"/>
                </a:lnSpc>
              </a:pPr>
              <a:r>
                <a:rPr lang="en-US" sz="1100" dirty="0">
                  <a:solidFill>
                    <a:schemeClr val="bg1">
                      <a:lumMod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Overlapping</a:t>
              </a:r>
              <a:endParaRPr lang="de-DE" sz="11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53CC2D1C-CC06-4BB5-A6EA-12AC3E06A1F1}"/>
                </a:ext>
              </a:extLst>
            </p:cNvPr>
            <p:cNvSpPr/>
            <p:nvPr/>
          </p:nvSpPr>
          <p:spPr>
            <a:xfrm>
              <a:off x="2906456" y="7042550"/>
              <a:ext cx="1033011" cy="55912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lnSpc>
                  <a:spcPts val="1500"/>
                </a:lnSpc>
              </a:pPr>
              <a:r>
                <a:rPr lang="en-US" sz="1100" dirty="0">
                  <a:solidFill>
                    <a:schemeClr val="bg1">
                      <a:lumMod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325</a:t>
              </a:r>
            </a:p>
            <a:p>
              <a:pPr algn="ctr">
                <a:lnSpc>
                  <a:spcPts val="1500"/>
                </a:lnSpc>
              </a:pPr>
              <a:r>
                <a:rPr lang="en-US" sz="1100" dirty="0">
                  <a:solidFill>
                    <a:schemeClr val="bg1">
                      <a:lumMod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Overlapping</a:t>
              </a:r>
              <a:endParaRPr lang="de-DE" sz="11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32" name="Straight Arrow Connector 31">
              <a:extLst>
                <a:ext uri="{FF2B5EF4-FFF2-40B4-BE49-F238E27FC236}">
                  <a16:creationId xmlns:a16="http://schemas.microsoft.com/office/drawing/2014/main" id="{210F5922-3CDA-4585-8326-9CB45756D445}"/>
                </a:ext>
              </a:extLst>
            </p:cNvPr>
            <p:cNvCxnSpPr>
              <a:cxnSpLocks/>
              <a:stCxn id="2" idx="2"/>
              <a:endCxn id="89" idx="0"/>
            </p:cNvCxnSpPr>
            <p:nvPr/>
          </p:nvCxnSpPr>
          <p:spPr>
            <a:xfrm flipH="1">
              <a:off x="4557867" y="2642561"/>
              <a:ext cx="2" cy="213674"/>
            </a:xfrm>
            <a:prstGeom prst="straightConnector1">
              <a:avLst/>
            </a:prstGeom>
            <a:ln>
              <a:solidFill>
                <a:schemeClr val="bg1">
                  <a:lumMod val="6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86A5693A-EED4-4551-9CD6-0153B32A6EF7}"/>
                </a:ext>
              </a:extLst>
            </p:cNvPr>
            <p:cNvSpPr/>
            <p:nvPr/>
          </p:nvSpPr>
          <p:spPr>
            <a:xfrm>
              <a:off x="3709079" y="2007783"/>
              <a:ext cx="1697580" cy="634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de-DE" sz="1401" dirty="0">
                  <a:solidFill>
                    <a:schemeClr val="accent5">
                      <a:lumMod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ODDPub</a:t>
              </a:r>
              <a:r>
                <a:rPr lang="de-DE" sz="1401" dirty="0">
                  <a:solidFill>
                    <a:schemeClr val="accent5">
                      <a:lumMod val="50000"/>
                    </a:schemeClr>
                  </a:solidFill>
                  <a:latin typeface="Arial" panose="020B0604020202020204" pitchFamily="34" charset="0"/>
                </a:rPr>
                <a:t> and</a:t>
              </a:r>
            </a:p>
            <a:p>
              <a:pPr algn="ctr"/>
              <a:r>
                <a:rPr lang="de-DE" sz="1401" dirty="0">
                  <a:solidFill>
                    <a:schemeClr val="accent5">
                      <a:lumMod val="50000"/>
                    </a:schemeClr>
                  </a:solidFill>
                  <a:latin typeface="Arial" panose="020B0604020202020204" pitchFamily="34" charset="0"/>
                </a:rPr>
                <a:t>Manual Verification</a:t>
              </a:r>
              <a:endParaRPr lang="de-DE" sz="1401" dirty="0">
                <a:solidFill>
                  <a:schemeClr val="accent5">
                    <a:lumMod val="50000"/>
                  </a:schemeClr>
                </a:solidFill>
              </a:endParaRPr>
            </a:p>
          </p:txBody>
        </p: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B38E50F4-3EB6-4472-AB36-428E5FC342A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557866" y="1405801"/>
              <a:ext cx="2239" cy="646868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Arrow Connector 44">
              <a:extLst>
                <a:ext uri="{FF2B5EF4-FFF2-40B4-BE49-F238E27FC236}">
                  <a16:creationId xmlns:a16="http://schemas.microsoft.com/office/drawing/2014/main" id="{BF7B5AA1-6411-4DB4-BA6B-6917164AE427}"/>
                </a:ext>
              </a:extLst>
            </p:cNvPr>
            <p:cNvCxnSpPr>
              <a:cxnSpLocks/>
              <a:stCxn id="46" idx="2"/>
              <a:endCxn id="37" idx="0"/>
            </p:cNvCxnSpPr>
            <p:nvPr/>
          </p:nvCxnSpPr>
          <p:spPr>
            <a:xfrm flipH="1">
              <a:off x="2271911" y="2470826"/>
              <a:ext cx="1" cy="2618118"/>
            </a:xfrm>
            <a:prstGeom prst="straightConnector1">
              <a:avLst/>
            </a:prstGeom>
            <a:ln>
              <a:solidFill>
                <a:schemeClr val="bg1">
                  <a:lumMod val="6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E436A577-EB67-4219-929E-242465663E95}"/>
                </a:ext>
              </a:extLst>
            </p:cNvPr>
            <p:cNvSpPr/>
            <p:nvPr/>
          </p:nvSpPr>
          <p:spPr>
            <a:xfrm>
              <a:off x="1830925" y="2097455"/>
              <a:ext cx="881973" cy="37337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de-DE" sz="1401" dirty="0">
                  <a:solidFill>
                    <a:schemeClr val="accent5">
                      <a:lumMod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DataStet</a:t>
              </a:r>
              <a:endParaRPr lang="de-DE" sz="1401" dirty="0">
                <a:solidFill>
                  <a:schemeClr val="accent5">
                    <a:lumMod val="50000"/>
                  </a:schemeClr>
                </a:solidFill>
              </a:endParaRPr>
            </a:p>
          </p:txBody>
        </p:sp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86F92F92-9331-477A-8B37-F8DE7AC5719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273693" y="1405802"/>
              <a:ext cx="1" cy="691653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6607361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- 2022 Theme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0</TotalTime>
  <Words>56</Words>
  <Application>Microsoft Office PowerPoint</Application>
  <PresentationFormat>Custom</PresentationFormat>
  <Paragraphs>31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2013 - 2022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Cohen, Avihay</dc:creator>
  <cp:lastModifiedBy>Cohen, Avihay</cp:lastModifiedBy>
  <cp:revision>42</cp:revision>
  <dcterms:created xsi:type="dcterms:W3CDTF">2025-10-15T05:19:59Z</dcterms:created>
  <dcterms:modified xsi:type="dcterms:W3CDTF">2026-09-02T12:08:49Z</dcterms:modified>
</cp:coreProperties>
</file>